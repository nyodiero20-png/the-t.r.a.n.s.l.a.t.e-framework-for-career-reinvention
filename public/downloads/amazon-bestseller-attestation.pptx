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#1 Bestseller Attestation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B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T.R.A.N.S.L.A.T.E.™ Advantage After Layoff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3"/>
                </a:solidFill>
              </a:rPr>
              <a:t>Verified Amazon ranking evidence captured September 17,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3"/>
                </a:solidFill>
              </a:rPr>
              <a:t>Prepared by Fred Jones Law Firm LLC and Bestseller Overnight®   •   A MAV AI Ventures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DD"/>
                </a:solidFill>
              </a:rPr>
              <a:t>Amazon displayed the Kindle edition as a #1 Best Seller in two paid categories, a #1 Hot New Release in three categories, and #6 in Career Guides. The product page also displayed Amazon’s #1 Best Seller badge.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2629"/>
                          </a:solidFill>
                        </a:rPr>
                        <a:t>Achievement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4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2629"/>
                          </a:solidFill>
                        </a:rPr>
                        <a:t>Rank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4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2629"/>
                          </a:solidFill>
                        </a:rPr>
                        <a:t>Amazon 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4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Best Seller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15 Minute Business and Money Short Reads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Best Seller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15 Minute Self Help Short Reads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Best Seller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#6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Career Guides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Hot New Release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Career Guides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Hot New Release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15 Minute Self Help Short Reads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Hot New Release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3ECDD"/>
                          </a:solidFill>
                        </a:rPr>
                        <a:t>15 Minute Business and Money Short Reads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Evidence Establishes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F3ECDD"/>
                </a:solidFill>
              </a:rPr>
              <a:t>Amazon’s category pages displayed the book in the numbered positions shown in this dossier.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F3ECDD"/>
                </a:solidFill>
              </a:rPr>
              <a:t>The product page displayed a #1 Best Seller badge in 15 Minute Business and Money Short Reads.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F3ECDD"/>
                </a:solidFill>
              </a:rPr>
              <a:t>The achievement record reflects the rankings visible at the time of capture. Amazon rankings update frequently and may later change.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Congratulations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CDD"/>
                </a:solidFill>
              </a:rPr>
              <a:t>Congratulations on becoming an Amazon #1 bestselling author with The T.R.A.N.S.L.A.T.E.™ Advantage After Layoff. The book reached #1 in two paid bestseller categories and #1 in three Hot New Release categories, and rose to #6 in Career Guides. These results show that the message connected with readers who need a practical path forward after career disruption.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CDD"/>
                </a:solidFill>
              </a:rPr>
              <a:t>This achievement gives documented proof that these ideas can compete, connect, and establish authority in the marketplace.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B457"/>
                </a:solidFill>
              </a:rPr>
              <a:t>Dr. Frederick D. Jones Esq.  •  Fred Jones Law Firm LLC  •  Bestseller Overnight®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Authority Assets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ECDD"/>
                </a:solidFill>
              </a:rPr>
              <a:t>Use the #1 Amazon Bestseller designation with the date and category context when precision matters.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ECDD"/>
                </a:solidFill>
              </a:rPr>
              <a:t>Save the original screenshots and this dossier as the evidence record for media, speaking, and partnership opportunities.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ECDD"/>
                </a:solidFill>
              </a:rPr>
              <a:t>Carry the achievement into the author bio, speaker introduction, press materials, and business development conversations.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ECDD"/>
                </a:solidFill>
              </a:rPr>
              <a:t>Continue the ownership review for the title, framework name, course content, and licensing opportunities.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MAV AI Ventures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Bestseller Attestation</dc:title>
  <dc:subject>PptxGenJS Presentation</dc:subject>
  <dc:creator>MAV AI Ventures</dc:creator>
  <cp:lastModifiedBy>MAV AI Ventures</cp:lastModifiedBy>
  <cp:revision>1</cp:revision>
  <dcterms:created xsi:type="dcterms:W3CDTF">2026-09-26T03:38:23Z</dcterms:created>
  <dcterms:modified xsi:type="dcterms:W3CDTF">2026-09-26T03:38:23Z</dcterms:modified>
</cp:coreProperties>
</file>